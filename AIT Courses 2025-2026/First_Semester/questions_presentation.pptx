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0000"/>
                </a:solidFill>
              </a:defRPr>
            </a:pPr>
            <a:r>
              <a:t>Вопросы по русскому языку</a:t>
            </a:r>
          </a:p>
          <a:p>
            <a:r>
              <a:t>Имена прилагательные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обозначает имя прилагательное?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действие предмета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признак предмета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количество предметов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является главным значением имени прилагательного?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действие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предмет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признак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На какие вопросы отвечает имя прилагательное?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кто? что?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какой? какая? какое? какие?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куда? откуда?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случае прилагательное отвечает на вопрос «каков?»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всегда в полной форме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всегда в краткой форме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только в сравнительной степени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3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ряду указаны только качественные прилагательные?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железный, зимний, городской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добрый, сильный, холодный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мамин, лисий, отцов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3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ряду указаны только относительные прилагательные?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городской, осенний, медный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быстрый, туманный, жёлтый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мамин, заячий, лисий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4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является относительным?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ночной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умный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волчий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4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Выберите качественное прилагательное: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стеклянный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белый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бабушкин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5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является притяжательным?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девичий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летний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быстрый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5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Какой признак отличает качественные прилагательные?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не имеют степени сравнения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образуют краткую форму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не изменяются по падежам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6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предложение содержит краткую форму прилагательного?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сильная буря разбушевалась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буря сильна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сильнейшая буря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6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обозначают притяжательные прилагательные?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материал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принадлежность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качество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7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варианте указана полная форма прилагательного?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умён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умный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умны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7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Какая форма прилагательного не изменяется по падежам?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полная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краткая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превосходная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8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Какой разряд прилагательных не имеет степеней сравнения?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качественные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относительные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все имеют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8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Какой вариант содержит сравнительную степень?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самый высокий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высокий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выше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9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Укажите сравнительную степень: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красивый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красивейший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красивее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9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Какой вариант содержит простую превосходную степень?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умнейший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самый умный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более умный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10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Укажите превосходную степень: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самый тёплый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теплее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тёплый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10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предложении прилагательное является определением?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небо стало ясным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ясное небо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небо ясно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11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 образуется простая сравнительная степень?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 помощью слов «самый», «наиболее»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с суффиксами -ее, -ей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с приставками сверх-, ультра-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11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сочетаетcя с «весьма»?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мамин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весьма трудный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стальной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12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 образуется составная превосходная степень?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очень холодный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самый холодный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холоднее всех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12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слово — краткое прилагательное?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горький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горек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горькая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13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характеризует краткую форму прилагательного?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выражает временный проявленный признак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отвечает на вопрос «какой?»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используется только в названиях предметов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13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делают прилагательные в тексте?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заменяют глаголы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усиливают образность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обозначают действие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14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 изменяются прилагательные?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только по числам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по родам, числам и падежам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не изменяются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14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окончание характерно для ж.р. ед. ч.?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-ая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-ое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-ый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15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сочетается с наречиями меры?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деревянный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очень красивый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мамин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15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делает прилагательное в составе сказуемого?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обозначает объект действия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конкретизирует характеристику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показывает время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16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входит в антонимическую пару?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красный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горячий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серебряный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16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не имеет краткой формы?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длинный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серебряный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весёлый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17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варианте прилагательное образует отвлечённое существительное?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лесной → лесовик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синий → синева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мамин → мамочка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17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Выберите словосочетание с относительным прилагательным: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синий воздух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зимняя ночь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волчья тропа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18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образует наречие?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тихий → тихо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мамин → мама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зимний → зимой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18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ряду прилагательные образованы от существительных?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солнечный, лесной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длинный, крепкий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здоровый, умный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19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Какую роль обычно выполняют прилагательные в предложении?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обстоятельства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определения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дополнения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19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Какой вид степени сравнения выражает наибольший признак?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сравнительная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исходная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превосходная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20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ряду все слова — прилагательные?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холодный, летний, мамино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холодно, лето, мама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холодать, лететь, мамин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20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служит признаком относительных прилагательных?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нельзя образовать степени сравнения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всегда имеют краткую форму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образуют наречия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21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относится к относительным?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солнечный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яркий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мамин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21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стоит во множественном числе?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высокий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высокие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высок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22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окончание чаще всего имеет прилагательное м.р.?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-ая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-ое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-ый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22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показывает суффикс -ейш-?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относительность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превосходную степень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принадлежность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23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стоит во множественном числе?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весёлый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весёлые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весел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23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примере прилагательное указывает на материал?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деревянный стол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тёплый день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мамино платье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24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обозначает притяжательное прилагательное?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материал предмета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принадлежность предмета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качество предмета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24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стоит в начальной форме?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холоден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холодная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холодный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25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предложении прилагательное — часть сказуемого?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небо ясное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небо ясно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небо стало ясным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25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Какая степень сравнения может быть составной?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только сравнительная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сравнительная и превосходная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только превосходная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26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нельзя сравнивать?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деревянный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тихий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красивый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26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выражает полная форма прилагательного?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временный признак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постоянный/общий признак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значение действия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27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указывает простая превосходная степень?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сравнение двух предметов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наивысшую степень признака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принадлежность предмета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27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Какой пример содержит качественное прилагательное?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кожаный ремень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шумный зал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мамин голос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28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В каком варианте прилагательное образовано от существительного «лес»?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лесной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лесистый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два варианта допустимы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28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образует форму «синева»?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синий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синевой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синенький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29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делает текст более выразительным?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использование существительных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использование прилагательных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использование местоимений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29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Какой вариант относится к роль прилагательных?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описание признака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обозначение количества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указание действия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A - Вопрос 30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Что характеризует относительные прилагательные?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степень проявления признака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зависимость от материала, времени, места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эмоциональную оценку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457200"/>
            <a:ext cx="4114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4682B4"/>
                </a:solidFill>
              </a:defRPr>
            </a:pPr>
            <a:r>
              <a:t>Вариант B - Вопрос 30</a:t>
            </a:r>
          </a:p>
          <a:p>
            <a:pPr>
              <a:spcAft>
                <a:spcPts val="800"/>
              </a:spcAft>
              <a:defRPr sz="1200" b="1">
                <a:solidFill>
                  <a:srgbClr val="000000"/>
                </a:solidFill>
              </a:defRPr>
            </a:pPr>
            <a:r>
              <a:t>Какое прилагательное не образует степень сравнения?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a) белый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b) быстрый</a:t>
            </a:r>
          </a:p>
          <a:p>
            <a:pPr lvl="1">
              <a:spcAft>
                <a:spcPts val="300"/>
              </a:spcAft>
              <a:defRPr sz="1100">
                <a:solidFill>
                  <a:srgbClr val="323232"/>
                </a:solidFill>
              </a:defRPr>
            </a:pPr>
            <a:r>
              <a:t>c) летний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